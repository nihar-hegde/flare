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b929048e64d98" /><Relationship Type="http://schemas.openxmlformats.org/officeDocument/2006/relationships/extended-properties" Target="/docProps/app.xml" Id="Rd083e270828c42ae" /><Relationship Type="http://schemas.openxmlformats.org/officeDocument/2006/relationships/officeDocument" Target="/ppt/presentation.xml" Id="Rb702e79c2b0b47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e45b4e0fc74a68"/>
  </p:sldMasterIdLst>
  <p:notesMasterIdLst>
    <p:notesMasterId xmlns:r="http://schemas.openxmlformats.org/officeDocument/2006/relationships" r:id="Rc11ad88f384e4391"/>
  </p:notesMasterIdLst>
  <p:sldIdLst>
    <p:sldId xmlns:r="http://schemas.openxmlformats.org/officeDocument/2006/relationships" id="256" r:id="R37f5c7f51fe94c8d"/>
    <p:sldId xmlns:r="http://schemas.openxmlformats.org/officeDocument/2006/relationships" id="257" r:id="Rbe1ca8e9aede474c"/>
    <p:sldId xmlns:r="http://schemas.openxmlformats.org/officeDocument/2006/relationships" id="258" r:id="R828915c8905f43e9"/>
    <p:sldId xmlns:r="http://schemas.openxmlformats.org/officeDocument/2006/relationships" id="259" r:id="Ra8b0e2bb4ac04a13"/>
    <p:sldId xmlns:r="http://schemas.openxmlformats.org/officeDocument/2006/relationships" id="260" r:id="R96f24c4d25664e65"/>
    <p:sldId xmlns:r="http://schemas.openxmlformats.org/officeDocument/2006/relationships" id="261" r:id="Rfb6a859b814b42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647ec6273b446a" /><Relationship Type="http://schemas.openxmlformats.org/officeDocument/2006/relationships/slideMaster" Target="/ppt/slideMasters/slideMaster1.xml" Id="Rebe45b4e0fc74a68" /><Relationship Type="http://schemas.openxmlformats.org/officeDocument/2006/relationships/notesMaster" Target="/ppt/notesMasters/notesMaster1.xml" Id="Rc11ad88f384e4391" /><Relationship Type="http://schemas.openxmlformats.org/officeDocument/2006/relationships/presProps" Target="/ppt/presProps.xml" Id="Rd9aabea8ded743d1" /><Relationship Type="http://schemas.openxmlformats.org/officeDocument/2006/relationships/tableStyles" Target="/ppt/tableStyles.xml" Id="Rb7092ab188dd4b8d" /><Relationship Type="http://schemas.openxmlformats.org/officeDocument/2006/relationships/slide" Target="/ppt/slides/slide1.xml" Id="R37f5c7f51fe94c8d" /><Relationship Type="http://schemas.openxmlformats.org/officeDocument/2006/relationships/slide" Target="/ppt/slides/slide2.xml" Id="Rbe1ca8e9aede474c" /><Relationship Type="http://schemas.openxmlformats.org/officeDocument/2006/relationships/slide" Target="/ppt/slides/slide3.xml" Id="R828915c8905f43e9" /><Relationship Type="http://schemas.openxmlformats.org/officeDocument/2006/relationships/slide" Target="/ppt/slides/slide4.xml" Id="Ra8b0e2bb4ac04a13" /><Relationship Type="http://schemas.openxmlformats.org/officeDocument/2006/relationships/slide" Target="/ppt/slides/slide5.xml" Id="R96f24c4d25664e65" /><Relationship Type="http://schemas.openxmlformats.org/officeDocument/2006/relationships/slide" Target="/ppt/slides/slide6.xml" Id="Rfb6a859b814b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0661c4edc41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3b4781d55443c" /><Relationship Type="http://schemas.openxmlformats.org/officeDocument/2006/relationships/notesMaster" Target="/ppt/notesMasters/notesMaster1.xml" Id="Rd141292e14de4f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f94f3d2ca4867" /><Relationship Type="http://schemas.openxmlformats.org/officeDocument/2006/relationships/notesMaster" Target="/ppt/notesMasters/notesMaster1.xml" Id="R656d153dc039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ab983390448c7" /><Relationship Type="http://schemas.openxmlformats.org/officeDocument/2006/relationships/notesMaster" Target="/ppt/notesMasters/notesMaster1.xml" Id="R78162e40b04f4a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43dfa1afd43ca" /><Relationship Type="http://schemas.openxmlformats.org/officeDocument/2006/relationships/notesMaster" Target="/ppt/notesMasters/notesMaster1.xml" Id="R4e403b7431eb4c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b8467b58e44804" /><Relationship Type="http://schemas.openxmlformats.org/officeDocument/2006/relationships/notesMaster" Target="/ppt/notesMasters/notesMaster1.xml" Id="R9bfe8092fecb46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4254e6d8084fe3" /><Relationship Type="http://schemas.openxmlformats.org/officeDocument/2006/relationships/notesMaster" Target="/ppt/notesMasters/notesMaster1.xml" Id="Re19a27b064fd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2ce1abba149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1df19021c47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3d42fc4aa41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cd822b90148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4453a9b0448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0d96e930844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e536d21ab46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35ccaf0a64f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0021ac7704ead" /><Relationship Type="http://schemas.openxmlformats.org/officeDocument/2006/relationships/image" Target="/ppt/media/image.png" Id="R794da8173e9746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5be0b33074be1" /><Relationship Type="http://schemas.openxmlformats.org/officeDocument/2006/relationships/image" Target="/ppt/media/image2.png" Id="Rf787566104024bd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794da8173e97468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f787566104024b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d0bcf1df84616" /><Relationship Type="http://schemas.openxmlformats.org/officeDocument/2006/relationships/slideLayout" Target="/ppt/slideLayouts/slideLayout1.xml" Id="Rc050afa250e14a33" /><Relationship Type="http://schemas.openxmlformats.org/officeDocument/2006/relationships/slideLayout" Target="/ppt/slideLayouts/slideLayout2.xml" Id="Ra964dabf0ce44c3d" /><Relationship Type="http://schemas.openxmlformats.org/officeDocument/2006/relationships/slideLayout" Target="/ppt/slideLayouts/slideLayout3.xml" Id="R4dcdc93151ec4c68" /><Relationship Type="http://schemas.openxmlformats.org/officeDocument/2006/relationships/slideLayout" Target="/ppt/slideLayouts/slideLayout4.xml" Id="R26a8fcc6860841ad" /><Relationship Type="http://schemas.openxmlformats.org/officeDocument/2006/relationships/slideLayout" Target="/ppt/slideLayouts/slideLayout5.xml" Id="R37f323fb4c154915" /><Relationship Type="http://schemas.openxmlformats.org/officeDocument/2006/relationships/slideLayout" Target="/ppt/slideLayouts/slideLayout6.xml" Id="Ra2ffc88ec8bc4d00" /><Relationship Type="http://schemas.openxmlformats.org/officeDocument/2006/relationships/slideLayout" Target="/ppt/slideLayouts/slideLayout7.xml" Id="R5b6ac39e0dc44b2c" /><Relationship Type="http://schemas.openxmlformats.org/officeDocument/2006/relationships/slideLayout" Target="/ppt/slideLayouts/slideLayout8.xml" Id="R55baaab8c7c34275" /><Relationship Type="http://schemas.openxmlformats.org/officeDocument/2006/relationships/slideLayout" Target="/ppt/slideLayouts/slideLayout9.xml" Id="Rb9333569666941f6" /><Relationship Type="http://schemas.openxmlformats.org/officeDocument/2006/relationships/slideLayout" Target="/ppt/slideLayouts/slideLayout10.xml" Id="R1483b00fbbbf4f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50afa250e14a33"/>
    <p:sldLayoutId xmlns:r="http://schemas.openxmlformats.org/officeDocument/2006/relationships" id="2147483650" r:id="Ra964dabf0ce44c3d"/>
    <p:sldLayoutId xmlns:r="http://schemas.openxmlformats.org/officeDocument/2006/relationships" id="2147483651" r:id="R4dcdc93151ec4c68"/>
    <p:sldLayoutId xmlns:r="http://schemas.openxmlformats.org/officeDocument/2006/relationships" id="2147483652" r:id="R26a8fcc6860841ad"/>
    <p:sldLayoutId xmlns:r="http://schemas.openxmlformats.org/officeDocument/2006/relationships" id="2147483653" r:id="R37f323fb4c154915"/>
    <p:sldLayoutId xmlns:r="http://schemas.openxmlformats.org/officeDocument/2006/relationships" id="2147483654" r:id="Ra2ffc88ec8bc4d00"/>
    <p:sldLayoutId xmlns:r="http://schemas.openxmlformats.org/officeDocument/2006/relationships" id="2147483655" r:id="R5b6ac39e0dc44b2c"/>
    <p:sldLayoutId xmlns:r="http://schemas.openxmlformats.org/officeDocument/2006/relationships" id="2147483656" r:id="R55baaab8c7c34275"/>
    <p:sldLayoutId xmlns:r="http://schemas.openxmlformats.org/officeDocument/2006/relationships" id="2147483657" r:id="Rb9333569666941f6"/>
    <p:sldLayoutId xmlns:r="http://schemas.openxmlformats.org/officeDocument/2006/relationships" id="2147483658" r:id="R1483b00fbbbf4f5c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17cf27e074eb7" /><Relationship Type="http://schemas.openxmlformats.org/officeDocument/2006/relationships/notesSlide" Target="/ppt/notesSlides/notesSlide1.xml" Id="R6ec08db37ffe41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e3ec9bd5d49f4" /><Relationship Type="http://schemas.openxmlformats.org/officeDocument/2006/relationships/notesSlide" Target="/ppt/notesSlides/notesSlide2.xml" Id="R7f081d765a45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1128399714a52" /><Relationship Type="http://schemas.openxmlformats.org/officeDocument/2006/relationships/image" Target="/ppt/media/image3.png" Id="Rbc6887250808441e" /><Relationship Type="http://schemas.openxmlformats.org/officeDocument/2006/relationships/notesSlide" Target="/ppt/notesSlides/notesSlide3.xml" Id="Rdda3fdfee7d34b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66e19f4e04a0c" /><Relationship Type="http://schemas.openxmlformats.org/officeDocument/2006/relationships/notesSlide" Target="/ppt/notesSlides/notesSlide4.xml" Id="Raa971932dca3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0593b495b4eed" /><Relationship Type="http://schemas.openxmlformats.org/officeDocument/2006/relationships/notesSlide" Target="/ppt/notesSlides/notesSlide5.xml" Id="Raf4b7ba5dda34c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906b8bae3c346e4" /><Relationship Type="http://schemas.openxmlformats.org/officeDocument/2006/relationships/notesSlide" Target="/ppt/notesSlides/notesSlide6.xml" Id="R7b032adec0734f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20618"/>
                </a:solidFill>
              </a:defRPr>
            </a:pPr>
            <a:r>
              <a:rPr sz="6900" b="1">
                <a:solidFill>
                  <a:srgbClr val="020618"/>
                </a:solidFill>
              </a:rPr>
              <a:t>Flare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Find the PR that broke production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Prove it with code evidence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Hand the fix to your AI agent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AIBoomi Startup Weekend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Idea to MVP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20618"/>
                </a:solidFill>
              </a:defRPr>
            </a:pPr>
            <a:r>
              <a:rPr sz="4350" b="1">
                <a:solidFill>
                  <a:srgbClr val="020618"/>
                </a:solidFill>
              </a:rPr>
              <a:t>AI ships faster than teams can debug.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20618"/>
                </a:solidFill>
              </a:defRPr>
            </a:pPr>
            <a:r>
              <a:rPr sz="1650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20618"/>
                </a:solidFill>
              </a:defRPr>
            </a:pPr>
            <a:r>
              <a:rPr sz="1650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Production errors force on-call engineers to stitch stack traces, deploys, PRs, and Slack by hand.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20618"/>
                </a:solidFill>
              </a:defRPr>
            </a:pPr>
            <a:r>
              <a:rPr sz="1650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Who cares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20618"/>
                </a:solidFill>
              </a:defRPr>
            </a:pPr>
            <a:r>
              <a:rPr sz="1650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AI-heavy founders and small teams shipping fast through GitHub with thin on-call capacity.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Demo: error to PR to fix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14750"/>
            <a:ext cx="4953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Real dashboard capture</a:t>
            </a:r>
          </a:p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Flare linked a live demo error to the suspect PR with confidence, stack frame evidence, and a first fix action.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887250808441e"/>
          <a:stretch xmlns:a="http://schemas.openxmlformats.org/drawingml/2006/main"/>
        </p:blipFill>
        <p:spPr>
          <a:xfrm xmlns:a="http://schemas.openxmlformats.org/drawingml/2006/main">
            <a:off x="5930900" y="745671"/>
            <a:ext cx="6261100" cy="53666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How Flare works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20618"/>
                </a:solidFill>
              </a:defRPr>
            </a:pPr>
            <a:r>
              <a:rPr sz="1800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800">
                <a:solidFill>
                  <a:srgbClr val="020618"/>
                </a:solidFill>
              </a:defRPr>
            </a:pPr>
            <a:r>
              <a:rPr sz="1800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SDK records errors, stack frames, release, request context, breadcrumbs, and spans.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rgbClr val="020618"/>
                </a:solidFill>
              </a:defRPr>
            </a:pPr>
            <a:r>
              <a:rPr sz="1800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Correlate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800">
                <a:solidFill>
                  <a:srgbClr val="020618"/>
                </a:solidFill>
              </a:defRPr>
            </a:pPr>
            <a:r>
              <a:rPr sz="1800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GitHub sync narrows to PRs, commits, deployments, source windows, and patches that touch stack files.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684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Investigate + hand off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Tool-calling AI returns a schema-validated report, evidence trail, suggested fix, and agent-ready payload.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Value &amp; GTM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rgbClr val="020618"/>
                </a:solidFill>
              </a:defRPr>
            </a:pPr>
            <a:r>
              <a:rPr sz="3450" b="1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MTTR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75">
                <a:solidFill>
                  <a:srgbClr val="1D293D"/>
                </a:solidFill>
              </a:defRPr>
            </a:pPr>
            <a:r>
              <a:rPr sz="1575">
                <a:solidFill>
                  <a:srgbClr val="1D293D"/>
                </a:solidFill>
                <a:latin typeface="Helvetica Neue"/>
                <a:ea typeface="Helvetica Neue"/>
                <a:cs typeface="Helvetica Neue"/>
              </a:rPr>
              <a:t>Cuts hours of context stitching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rgbClr val="020618"/>
                </a:solidFill>
              </a:defRPr>
            </a:pPr>
            <a:r>
              <a:rPr sz="3450" b="1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Buyer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75">
                <a:solidFill>
                  <a:srgbClr val="1D293D"/>
                </a:solidFill>
              </a:defRPr>
            </a:pPr>
            <a:r>
              <a:rPr sz="1575">
                <a:solidFill>
                  <a:srgbClr val="1D293D"/>
                </a:solidFill>
                <a:latin typeface="Helvetica Neue"/>
                <a:ea typeface="Helvetica Neue"/>
                <a:cs typeface="Helvetica Neue"/>
              </a:rPr>
              <a:t>Technical founders and engineering leads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rgbClr val="020618"/>
                </a:solidFill>
              </a:defRPr>
            </a:pPr>
            <a:r>
              <a:rPr sz="3450" b="1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Wedge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75">
                <a:solidFill>
                  <a:srgbClr val="1D293D"/>
                </a:solidFill>
              </a:defRPr>
            </a:pPr>
            <a:r>
              <a:rPr sz="1575">
                <a:solidFill>
                  <a:srgbClr val="1D293D"/>
                </a:solidFill>
                <a:latin typeface="Helvetica Neue"/>
                <a:ea typeface="Helvetica Neue"/>
                <a:cs typeface="Helvetica Neue"/>
              </a:rPr>
              <a:t>GitHub PR regression reports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rgbClr val="020618"/>
                </a:solidFill>
              </a:defRPr>
            </a:pPr>
            <a:r>
              <a:rPr sz="3450" b="1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Motion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75">
                <a:solidFill>
                  <a:srgbClr val="1D293D"/>
                </a:solidFill>
              </a:defRPr>
            </a:pPr>
            <a:r>
              <a:rPr sz="1575">
                <a:solidFill>
                  <a:srgbClr val="1D293D"/>
                </a:solidFill>
                <a:latin typeface="Helvetica Neue"/>
                <a:ea typeface="Helvetica Neue"/>
                <a:cs typeface="Helvetica Neue"/>
              </a:rPr>
              <a:t>Open-source SDK to usage-based SaaS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  <a:latin typeface="Helvetica Neue"/>
                <a:ea typeface="Helvetica Neue"/>
                <a:cs typeface="Helvetica Neue"/>
              </a:rPr>
              <a:t>Wedge: the reliability layer for teams shipping AI-assisted code. Start GitHub-native; expand across error sources and coding agents.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 Medium"/>
                <a:ea typeface="Helvetica Neue Medium"/>
                <a:cs typeface="Helvetica Neue Medium"/>
              </a:rPr>
              <a:t>Now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Live ingest, GitHub correlation, dashboard, evidence, and fix handoff.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Submit demo link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Polish 3-min story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Add team info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 Medium"/>
                <a:ea typeface="Helvetica Neue Medium"/>
                <a:cs typeface="Helvetica Neue Medium"/>
              </a:rPr>
              <a:t>Next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GitHub App, multi-tenant auth, richer code evidence UI, and one-click fix PRs.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Slack delivery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Similarity memory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Org API keys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 Medium"/>
                <a:ea typeface="Helvetica Neue Medium"/>
                <a:cs typeface="Helvetica Neue Medium"/>
              </a:rPr>
              <a:t>Risks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Model overclaims, repo access security, and incumbent AI features.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Schema checks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Narrow context budgets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  <a:defRPr sz="1725">
                <a:solidFill>
                  <a:srgbClr val="020618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020618"/>
                </a:solidFill>
                <a:latin typeface="Helvetica Neue"/>
                <a:ea typeface="Helvetica Neue"/>
                <a:cs typeface="Helvetica Neue"/>
              </a:rPr>
              <a:t>Evidence-first UX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Roadmap &amp; risks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2026-06-21T00:52:30.4590000Z</dcterms:created>
  <dcterms:modified xsi:type="dcterms:W3CDTF">2026-06-21T00:52:30.4590000Z</dcterms:modified>
</coreProperties>
</file>